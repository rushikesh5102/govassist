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 used for creating a PowerPoint or Google Slides presentation.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GovAssist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the Gap Between Citizens and Welfare Schemes</a:t>
            </a:r>
          </a:p>
          <a:p>
            <a:r>
              <a:t>December 2025</a:t>
            </a:r>
          </a:p>
        </p:txBody>
      </p:sp>
      <p:pic>
        <p:nvPicPr>
          <p:cNvPr id="4" name="Picture 3" descr="govassist_home_ui_1765800650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 we need GovAssist?</a:t>
            </a:r>
          </a:p>
          <a:p>
            <a:r>
              <a:t>*   **Information Gap:** Thousands of schemes exist, but citizens don't know which ones apply to them.</a:t>
            </a:r>
          </a:p>
          <a:p>
            <a:r>
              <a:t>*   **Language Barrier:** Official documents are often in English or complex bureaucratic language.</a:t>
            </a:r>
          </a:p>
          <a:p>
            <a:r>
              <a:t>*   **Complex Processes:** Application procedures are confusing and documentation requirements are unclear.</a:t>
            </a:r>
          </a:p>
          <a:p>
            <a:r>
              <a:t>*   **Low Literacy:** Many beneficiaries cannot type or read long textual descriptions.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GovAssist AI: Your Personal Welfare Companion</a:t>
            </a:r>
          </a:p>
          <a:p>
            <a:r>
              <a:t>*   **Conversational AI:** Don't search, just ask. Talk to the AI like a human assistant.</a:t>
            </a:r>
          </a:p>
          <a:p>
            <a:r>
              <a:t>*   **Personalized:** Recommendations based on age, income, location, and caste/category.</a:t>
            </a:r>
          </a:p>
          <a:p>
            <a:r>
              <a:t>*   **Accessible:** Native support for local languages (Hindi, Marathi) and Voice interactions.</a:t>
            </a:r>
          </a:p>
          <a:p>
            <a:r>
              <a:t>*   **One-Stop Platform:** Discover, Understand, and Verify documents in one place.</a:t>
            </a:r>
          </a:p>
          <a:p>
            <a:r>
              <a:t>---</a:t>
            </a:r>
          </a:p>
          <a:p>
            <a:endParaRPr/>
          </a:p>
        </p:txBody>
      </p:sp>
      <p:pic>
        <p:nvPicPr>
          <p:cNvPr id="4" name="Picture 3" descr="govassist_chat_ui_1765800675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**🤖 Smart Chatbot:** Powered by RAG (Retrieval Augmented Generation) to provide accurate, fact-checked answers about government schemes.</a:t>
            </a:r>
          </a:p>
          <a:p>
            <a:r>
              <a:t>*   **🗣️ Voice Interaction:** Speak to the app in your local language. Powered by OpenAI Whisper for high-accuracy transcription.</a:t>
            </a:r>
          </a:p>
          <a:p>
            <a:r>
              <a:t>*   **🌐 Multi-Language Support:** Instant toggle between English, Hindi, and Marathi.</a:t>
            </a:r>
          </a:p>
          <a:p>
            <a:r>
              <a:t>---</a:t>
            </a:r>
          </a:p>
          <a:p>
            <a:endParaRPr/>
          </a:p>
        </p:txBody>
      </p:sp>
      <p:pic>
        <p:nvPicPr>
          <p:cNvPr id="4" name="Picture 3" descr="govassist_chat_ui_17658006757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**📄 Document Analysis:** Upload photos of documents (Aadhar, Income Cert) for instant validation and data extraction using OCR.</a:t>
            </a:r>
          </a:p>
          <a:p>
            <a:r>
              <a:t>*   **⌨️ Virtual Keyboard:** Built-in regional language keyboard for easy typing.</a:t>
            </a:r>
          </a:p>
          <a:p>
            <a:r>
              <a:t>*   **🛠️ Admin Dashboard:** Management portal for officials to update schemes and manage users.</a:t>
            </a:r>
          </a:p>
          <a:p>
            <a:r>
              <a:t>---</a:t>
            </a:r>
          </a:p>
          <a:p>
            <a:endParaRPr/>
          </a:p>
        </p:txBody>
      </p:sp>
      <p:pic>
        <p:nvPicPr>
          <p:cNvPr id="4" name="Picture 3" descr="govassist_dashboard_ui_17658006992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**Frontend:**</a:t>
            </a:r>
          </a:p>
          <a:p>
            <a:r>
              <a:t>*   React.js with Vite (High Performance).</a:t>
            </a:r>
          </a:p>
          <a:p>
            <a:r>
              <a:t>*   Tailwind CSS (Modern "Glassmorphism" UI).</a:t>
            </a:r>
          </a:p>
          <a:p>
            <a:r>
              <a:t>*   Framer Motion (Smooth Animations).</a:t>
            </a:r>
          </a:p>
          <a:p>
            <a:r>
              <a:t>*   **Backend:**</a:t>
            </a:r>
          </a:p>
          <a:p>
            <a:r>
              <a:t>*   FastAPI (Python) - High-speed API.</a:t>
            </a:r>
          </a:p>
          <a:p>
            <a:r>
              <a:t>*   SQLAlchemy &amp; SQLite - Robust Data Management.</a:t>
            </a:r>
          </a:p>
          <a:p>
            <a:r>
              <a:t>*   **AI Engine:**</a:t>
            </a:r>
          </a:p>
          <a:p>
            <a:r>
              <a:t>*   Vector Search for relevant scheme retrieval.</a:t>
            </a:r>
          </a:p>
          <a:p>
            <a:r>
              <a:t>*   Whisper Model for Speech-to-Text.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 (UI/UX)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**Modern Design:** Clean, futuristic interface designed to build trust.</a:t>
            </a:r>
          </a:p>
          <a:p>
            <a:r>
              <a:t>*   **Responsive:** Works perfectly on cheap smartphones and desktops alike.</a:t>
            </a:r>
          </a:p>
          <a:p>
            <a:r>
              <a:t>*   **Simple Navigation:** No complex menus; focused on the Chat interface.</a:t>
            </a:r>
          </a:p>
          <a:p>
            <a:r>
              <a:t>*   **Visual Feedback:** Loading skeletons, success toasts, and interactive particle backgrounds.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Business/Social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**Empowerment:** Citizens become self-reliant in finding help.</a:t>
            </a:r>
          </a:p>
          <a:p>
            <a:r>
              <a:t>*   **Efficiency:** Reduces burden on government help centers by answering FAQs automatically.</a:t>
            </a:r>
          </a:p>
          <a:p>
            <a:r>
              <a:t>*   **Transparency:** Provides clear, un-biased information about benefits.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  **Phase 1 (Current):** Discovery &amp; Information.</a:t>
            </a:r>
          </a:p>
          <a:p>
            <a:r>
              <a:t>*   **Phase 2:** Automated Form Filling &amp; Application Submission.</a:t>
            </a:r>
          </a:p>
          <a:p>
            <a:r>
              <a:t>*   **Phase 3:** Integration with DigiLocker.</a:t>
            </a:r>
          </a:p>
          <a:p>
            <a:r>
              <a:t>*   **Phase 4:** WhatsApp Bot integration for wider reach.</a:t>
            </a:r>
          </a:p>
          <a:p>
            <a:r>
              <a:t>---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GovAssist AI is more than just an app; it's a step towards Digital Governance.</a:t>
            </a:r>
          </a:p>
          <a:p>
            <a:r>
              <a:t>*   **Thank You!**</a:t>
            </a:r>
          </a:p>
          <a:p>
            <a:r>
              <a:t>*   **Questions?**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576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Presentation Slides</vt:lpstr>
      <vt:lpstr>GovAssist AI</vt:lpstr>
      <vt:lpstr>The Problem</vt:lpstr>
      <vt:lpstr>Our Solution</vt:lpstr>
      <vt:lpstr>Key Features (1/2)</vt:lpstr>
      <vt:lpstr>Key Features (2/2)</vt:lpstr>
      <vt:lpstr>Technical Architecture</vt:lpstr>
      <vt:lpstr>User Experience (UI/UX)</vt:lpstr>
      <vt:lpstr>Business/Social Impact</vt:lpstr>
      <vt:lpstr>Future Roadmap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Rushikesh pattiwar</cp:lastModifiedBy>
  <cp:revision>1</cp:revision>
  <dcterms:created xsi:type="dcterms:W3CDTF">2013-01-27T09:14:16Z</dcterms:created>
  <dcterms:modified xsi:type="dcterms:W3CDTF">2025-12-15T13:32:53Z</dcterms:modified>
  <cp:category/>
</cp:coreProperties>
</file>